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aret" pitchFamily="2" charset="77"/>
      <p:regular r:id="rId3"/>
    </p:embeddedFont>
    <p:embeddedFont>
      <p:font typeface="Garet Bold" pitchFamily="2" charset="77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8" autoAdjust="0"/>
  </p:normalViewPr>
  <p:slideViewPr>
    <p:cSldViewPr>
      <p:cViewPr varScale="1">
        <p:scale>
          <a:sx n="65" d="100"/>
          <a:sy n="65" d="100"/>
        </p:scale>
        <p:origin x="4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91157" y="919309"/>
            <a:ext cx="6730156" cy="5964601"/>
          </a:xfrm>
          <a:custGeom>
            <a:avLst/>
            <a:gdLst/>
            <a:ahLst/>
            <a:cxnLst/>
            <a:rect l="l" t="t" r="r" b="b"/>
            <a:pathLst>
              <a:path w="6730156" h="5964601">
                <a:moveTo>
                  <a:pt x="0" y="0"/>
                </a:moveTo>
                <a:lnTo>
                  <a:pt x="6730156" y="0"/>
                </a:lnTo>
                <a:lnTo>
                  <a:pt x="6730156" y="5964601"/>
                </a:lnTo>
                <a:lnTo>
                  <a:pt x="0" y="5964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w="28575"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863056"/>
            <a:ext cx="13329901" cy="5311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30"/>
              </a:lnSpc>
            </a:pPr>
            <a:r>
              <a:rPr lang="en-US" sz="17773" b="1" spc="-1368">
                <a:solidFill>
                  <a:srgbClr val="181818"/>
                </a:solidFill>
                <a:latin typeface="Garet Bold"/>
                <a:ea typeface="Garet Bold"/>
                <a:cs typeface="Garet Bold"/>
                <a:sym typeface="Garet Bold"/>
              </a:rPr>
              <a:t>PERSONAL RESUME WEBSITE</a:t>
            </a:r>
          </a:p>
        </p:txBody>
      </p:sp>
      <p:sp>
        <p:nvSpPr>
          <p:cNvPr id="4" name="Freeform 4"/>
          <p:cNvSpPr/>
          <p:nvPr/>
        </p:nvSpPr>
        <p:spPr>
          <a:xfrm>
            <a:off x="10961869" y="6583943"/>
            <a:ext cx="3777917" cy="3072019"/>
          </a:xfrm>
          <a:custGeom>
            <a:avLst/>
            <a:gdLst/>
            <a:ahLst/>
            <a:cxnLst/>
            <a:rect l="l" t="t" r="r" b="b"/>
            <a:pathLst>
              <a:path w="3777917" h="3072019">
                <a:moveTo>
                  <a:pt x="0" y="0"/>
                </a:moveTo>
                <a:lnTo>
                  <a:pt x="3777917" y="0"/>
                </a:lnTo>
                <a:lnTo>
                  <a:pt x="3777917" y="3072019"/>
                </a:lnTo>
                <a:lnTo>
                  <a:pt x="0" y="3072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80342" y="8866115"/>
            <a:ext cx="3656832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b="1" spc="-36">
                <a:solidFill>
                  <a:srgbClr val="181818"/>
                </a:solidFill>
                <a:latin typeface="Garet Bold"/>
                <a:ea typeface="Garet Bold"/>
                <a:cs typeface="Garet Bold"/>
                <a:sym typeface="Garet Bold"/>
              </a:rPr>
              <a:t>Coder: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65874" y="8866115"/>
            <a:ext cx="3656832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800" spc="-36">
                <a:solidFill>
                  <a:srgbClr val="181818"/>
                </a:solidFill>
                <a:latin typeface="Garet"/>
                <a:ea typeface="Garet"/>
                <a:cs typeface="Garet"/>
                <a:sym typeface="Garet"/>
              </a:rPr>
              <a:t>Elizabeth Mostellar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57275"/>
            <a:ext cx="543717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b="1" spc="-36">
                <a:solidFill>
                  <a:srgbClr val="181818"/>
                </a:solidFill>
                <a:latin typeface="Garet Bold"/>
                <a:ea typeface="Garet Bold"/>
                <a:cs typeface="Garet Bold"/>
                <a:sym typeface="Garet Bold"/>
              </a:rPr>
              <a:t>elizabethmostellar.pythonanywhere.com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65874" y="1057275"/>
            <a:ext cx="411481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-36">
                <a:solidFill>
                  <a:srgbClr val="181818"/>
                </a:solidFill>
                <a:latin typeface="Garet"/>
                <a:ea typeface="Garet"/>
                <a:cs typeface="Garet"/>
                <a:sym typeface="Garet"/>
              </a:rPr>
              <a:t>A project showcasing my coding skills to future employers</a:t>
            </a:r>
          </a:p>
          <a:p>
            <a:pPr algn="l">
              <a:lnSpc>
                <a:spcPts val="1800"/>
              </a:lnSpc>
            </a:pPr>
            <a:endParaRPr lang="en-US" sz="1800" spc="-36">
              <a:solidFill>
                <a:srgbClr val="181818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Garet</vt:lpstr>
      <vt:lpstr>Arial</vt:lpstr>
      <vt:lpstr>Garet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Resume Website</dc:title>
  <cp:lastModifiedBy>Mary Mostellar</cp:lastModifiedBy>
  <cp:revision>2</cp:revision>
  <dcterms:created xsi:type="dcterms:W3CDTF">2006-08-16T00:00:00Z</dcterms:created>
  <dcterms:modified xsi:type="dcterms:W3CDTF">2026-05-01T22:13:11Z</dcterms:modified>
  <dc:identifier>DAHIc8-9d-Q</dc:identifier>
</cp:coreProperties>
</file>